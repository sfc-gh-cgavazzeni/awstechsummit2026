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5"/>
  </p:sldMasterIdLst>
  <p:notesMasterIdLst>
    <p:notesMasterId r:id="rId6"/>
  </p:notesMasterIdLst>
  <p:sldIdLst>
    <p:sldId id="256" r:id="rId35"/>
  </p:sldIdLst>
  <p:sldSz cy="5143500" cx="9144000"/>
  <p:notesSz cx="6858000" cy="9144000"/>
  <p:embeddedFontLst>
    <p:embeddedFont>
      <p:font typeface="Roboto"/>
      <p:regular r:id="rId78"/>
      <p:bold r:id="rId79"/>
      <p:italic r:id="rId80"/>
      <p:boldItalic r:id="rId81"/>
    </p:embeddedFont>
    <p:embeddedFont>
      <p:font typeface="Lobster"/>
      <p:regular r:id="rId82"/>
    </p:embeddedFont>
    <p:embeddedFont>
      <p:font typeface="Amatic SC"/>
      <p:regular r:id="rId83"/>
      <p:bold r:id="rId84"/>
    </p:embeddedFont>
    <p:embeddedFont>
      <p:font typeface="Lato"/>
      <p:regular r:id="rId85"/>
      <p:bold r:id="rId86"/>
      <p:italic r:id="rId87"/>
      <p:boldItalic r:id="rId88"/>
    </p:embeddedFont>
    <p:embeddedFont>
      <p:font typeface="Montserrat"/>
      <p:regular r:id="rId89"/>
      <p:bold r:id="rId90"/>
      <p:italic r:id="rId91"/>
      <p:boldItalic r:id="rId92"/>
    </p:embeddedFont>
    <p:embeddedFont>
      <p:font typeface="EB Garamond SemiBold"/>
      <p:regular r:id="rId93"/>
      <p:bold r:id="rId94"/>
      <p:italic r:id="rId95"/>
      <p:boldItalic r:id="rId96"/>
    </p:embeddedFont>
    <p:embeddedFont>
      <p:font typeface="Gothic A1"/>
      <p:regular r:id="rId97"/>
      <p:bold r:id="rId98"/>
    </p:embeddedFont>
    <p:embeddedFont>
      <p:font typeface="Roboto Light"/>
      <p:regular r:id="rId99"/>
      <p:bold r:id="rId100"/>
      <p:italic r:id="rId101"/>
      <p:boldItalic r:id="rId102"/>
    </p:embeddedFont>
    <p:embeddedFont>
      <p:font typeface="Arial Black"/>
      <p:regular r:id="rId103"/>
    </p:embeddedFont>
    <p:embeddedFont>
      <p:font typeface="Montserrat ExtraBold"/>
      <p:bold r:id="rId104"/>
      <p:boldItalic r:id="rId10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DCF61B-479C-4FEB-BD4B-465A7ABD90D8}">
  <a:tblStyle styleId="{F4DCF61B-479C-4FEB-BD4B-465A7ABD90D8}" styleName="Table_0">
    <a:wholeTbl>
      <a:tcTxStyle b="off" i="off">
        <a:font>
          <a:latin typeface="Arial"/>
          <a:ea typeface="Arial"/>
          <a:cs typeface="Arial"/>
        </a:font>
        <a:srgbClr val="262626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2FB"/>
          </a:solidFill>
        </a:fill>
      </a:tcStyle>
    </a:wholeTbl>
    <a:band1H>
      <a:tcTxStyle/>
      <a:tcStyle>
        <a:fill>
          <a:solidFill>
            <a:srgbClr val="CBE5F6"/>
          </a:solidFill>
        </a:fill>
      </a:tcStyle>
    </a:band1H>
    <a:band2H>
      <a:tcTxStyle/>
    </a:band2H>
    <a:band1V>
      <a:tcTxStyle/>
      <a:tcStyle>
        <a:fill>
          <a:solidFill>
            <a:srgbClr val="CBE5F6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29B5E8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29B5E8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29B5E8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29B5E8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5" Type="http://schemas.openxmlformats.org/officeDocument/2006/relationships/slide" Target="slides/slide1.xml"/><Relationship Id="rId78" Type="http://schemas.openxmlformats.org/officeDocument/2006/relationships/font" Target="fonts/Roboto-regular.fntdata"/><Relationship Id="rId79" Type="http://schemas.openxmlformats.org/officeDocument/2006/relationships/font" Target="fonts/Roboto-bold.fntdata"/><Relationship Id="rId80" Type="http://schemas.openxmlformats.org/officeDocument/2006/relationships/font" Target="fonts/Roboto-italic.fntdata"/><Relationship Id="rId81" Type="http://schemas.openxmlformats.org/officeDocument/2006/relationships/font" Target="fonts/Roboto-boldItalic.fntdata"/><Relationship Id="rId82" Type="http://schemas.openxmlformats.org/officeDocument/2006/relationships/font" Target="fonts/Lobster-regular.fntdata"/><Relationship Id="rId83" Type="http://schemas.openxmlformats.org/officeDocument/2006/relationships/font" Target="fonts/AmaticSC-regular.fntdata"/><Relationship Id="rId84" Type="http://schemas.openxmlformats.org/officeDocument/2006/relationships/font" Target="fonts/AmaticSC-bold.fntdata"/><Relationship Id="rId85" Type="http://schemas.openxmlformats.org/officeDocument/2006/relationships/font" Target="fonts/Lato-regular.fntdata"/><Relationship Id="rId86" Type="http://schemas.openxmlformats.org/officeDocument/2006/relationships/font" Target="fonts/Lato-bold.fntdata"/><Relationship Id="rId87" Type="http://schemas.openxmlformats.org/officeDocument/2006/relationships/font" Target="fonts/Lato-italic.fntdata"/><Relationship Id="rId88" Type="http://schemas.openxmlformats.org/officeDocument/2006/relationships/font" Target="fonts/Lato-boldItalic.fntdata"/><Relationship Id="rId89" Type="http://schemas.openxmlformats.org/officeDocument/2006/relationships/font" Target="fonts/Montserrat-regular.fntdata"/><Relationship Id="rId90" Type="http://schemas.openxmlformats.org/officeDocument/2006/relationships/font" Target="fonts/Montserrat-bold.fntdata"/><Relationship Id="rId91" Type="http://schemas.openxmlformats.org/officeDocument/2006/relationships/font" Target="fonts/Montserrat-italic.fntdata"/><Relationship Id="rId92" Type="http://schemas.openxmlformats.org/officeDocument/2006/relationships/font" Target="fonts/Montserrat-boldItalic.fntdata"/><Relationship Id="rId93" Type="http://schemas.openxmlformats.org/officeDocument/2006/relationships/font" Target="fonts/EBGaramondSemiBold-regular.fntdata"/><Relationship Id="rId94" Type="http://schemas.openxmlformats.org/officeDocument/2006/relationships/font" Target="fonts/EBGaramondSemiBold-bold.fntdata"/><Relationship Id="rId95" Type="http://schemas.openxmlformats.org/officeDocument/2006/relationships/font" Target="fonts/EBGaramondSemiBold-italic.fntdata"/><Relationship Id="rId96" Type="http://schemas.openxmlformats.org/officeDocument/2006/relationships/font" Target="fonts/EBGaramondSemiBold-boldItalic.fntdata"/><Relationship Id="rId97" Type="http://schemas.openxmlformats.org/officeDocument/2006/relationships/font" Target="fonts/GothicA1-regular.fntdata"/><Relationship Id="rId98" Type="http://schemas.openxmlformats.org/officeDocument/2006/relationships/font" Target="fonts/GothicA1-bold.fntdata"/><Relationship Id="rId99" Type="http://schemas.openxmlformats.org/officeDocument/2006/relationships/font" Target="fonts/RobotoLight-regular.fntdata"/><Relationship Id="rId100" Type="http://schemas.openxmlformats.org/officeDocument/2006/relationships/font" Target="fonts/RobotoLight-bold.fntdata"/><Relationship Id="rId101" Type="http://schemas.openxmlformats.org/officeDocument/2006/relationships/font" Target="fonts/RobotoLight-italic.fntdata"/><Relationship Id="rId102" Type="http://schemas.openxmlformats.org/officeDocument/2006/relationships/font" Target="fonts/RobotoLight-boldItalic.fntdata"/><Relationship Id="rId103" Type="http://schemas.openxmlformats.org/officeDocument/2006/relationships/font" Target="fonts/ArialBlack-regular.fntdata"/><Relationship Id="rId104" Type="http://schemas.openxmlformats.org/officeDocument/2006/relationships/font" Target="fonts/MontserratExtraBold-bold.fntdata"/><Relationship Id="rId105" Type="http://schemas.openxmlformats.org/officeDocument/2006/relationships/font" Target="fonts/MontserratExtra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5.png"/><Relationship Id="rId3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">
  <p:cSld name="Multi-use layou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2-Line Title">
  <p:cSld name="Multi-use layout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365760" y="1122367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343500"/>
            <a:ext cx="1371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Lines 01">
  <p:cSld name="Multi-use layout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3" y="3761952"/>
            <a:ext cx="9143997" cy="1371564"/>
            <a:chOff x="-10" y="3735321"/>
            <a:chExt cx="9139427" cy="1408177"/>
          </a:xfrm>
        </p:grpSpPr>
        <p:pic>
          <p:nvPicPr>
            <p:cNvPr id="28" name="Google Shape;28;p4"/>
            <p:cNvPicPr preferRelativeResize="0"/>
            <p:nvPr/>
          </p:nvPicPr>
          <p:blipFill rotWithShape="1">
            <a:blip r:embed="rId2">
              <a:alphaModFix amt="29000"/>
            </a:blip>
            <a:srcRect b="139" l="0" r="0" t="139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 rotWithShape="1">
            <a:blip r:embed="rId3">
              <a:alphaModFix amt="29000"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 rotWithShape="1">
            <a:blip r:embed="rId4">
              <a:alphaModFix amt="29000"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Lines 02">
  <p:cSld name="Multi-use layout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5"/>
          <p:cNvGrpSpPr/>
          <p:nvPr/>
        </p:nvGrpSpPr>
        <p:grpSpPr>
          <a:xfrm>
            <a:off x="0" y="4370576"/>
            <a:ext cx="9144001" cy="772925"/>
            <a:chOff x="0" y="4370576"/>
            <a:chExt cx="9144001" cy="772925"/>
          </a:xfrm>
        </p:grpSpPr>
        <p:pic>
          <p:nvPicPr>
            <p:cNvPr id="40" name="Google Shape;40;p5"/>
            <p:cNvPicPr preferRelativeResize="0"/>
            <p:nvPr/>
          </p:nvPicPr>
          <p:blipFill rotWithShape="1">
            <a:blip r:embed="rId2">
              <a:alphaModFix amt="29000"/>
            </a:blip>
            <a:srcRect b="43663" l="0" r="0" t="140"/>
            <a:stretch/>
          </p:blipFill>
          <p:spPr>
            <a:xfrm>
              <a:off x="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5"/>
            <p:cNvPicPr preferRelativeResize="0"/>
            <p:nvPr/>
          </p:nvPicPr>
          <p:blipFill rotWithShape="1">
            <a:blip r:embed="rId3">
              <a:alphaModFix amt="29000"/>
            </a:blip>
            <a:srcRect b="43663" l="0" r="0" t="140"/>
            <a:stretch/>
          </p:blipFill>
          <p:spPr>
            <a:xfrm>
              <a:off x="305105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 amt="29000"/>
            </a:blip>
            <a:srcRect b="43663" l="0" r="0" t="140"/>
            <a:stretch/>
          </p:blipFill>
          <p:spPr>
            <a:xfrm>
              <a:off x="6097525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7" name="Google Shape;47;p5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Arrows">
  <p:cSld name="Multi-use layout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b="0" l="22839" r="0" t="0"/>
          <a:stretch/>
        </p:blipFill>
        <p:spPr>
          <a:xfrm flipH="1">
            <a:off x="7782375" y="2935675"/>
            <a:ext cx="1368150" cy="193122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56" name="Google Shape;56;p6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Layout">
  <p:cSld name="One Column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idx="1" type="body"/>
          </p:nvPr>
        </p:nvSpPr>
        <p:spPr>
          <a:xfrm>
            <a:off x="365750" y="1371600"/>
            <a:ext cx="62613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365750" y="274323"/>
            <a:ext cx="83211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/>
          <p:nvPr>
            <p:ph idx="2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66" name="Google Shape;66;p7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Layout">
  <p:cSld name="One Column Layout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type="title"/>
          </p:nvPr>
        </p:nvSpPr>
        <p:spPr>
          <a:xfrm>
            <a:off x="365750" y="274323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" type="body"/>
          </p:nvPr>
        </p:nvSpPr>
        <p:spPr>
          <a:xfrm>
            <a:off x="365750" y="1371600"/>
            <a:ext cx="41604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2" type="body"/>
          </p:nvPr>
        </p:nvSpPr>
        <p:spPr>
          <a:xfrm>
            <a:off x="4617721" y="1371600"/>
            <a:ext cx="41604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75" name="Google Shape;75;p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Layout">
  <p:cSld name="One Column Layout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365750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3169031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80" name="Google Shape;80;p9"/>
          <p:cNvSpPr txBox="1"/>
          <p:nvPr>
            <p:ph idx="3" type="body"/>
          </p:nvPr>
        </p:nvSpPr>
        <p:spPr>
          <a:xfrm>
            <a:off x="6127925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85" name="Google Shape;85;p9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996">
          <p15:clr>
            <a:srgbClr val="FA7B17"/>
          </p15:clr>
        </p15:guide>
        <p15:guide id="2" pos="1906">
          <p15:clr>
            <a:srgbClr val="FA7B17"/>
          </p15:clr>
        </p15:guide>
        <p15:guide id="3" pos="3758">
          <p15:clr>
            <a:srgbClr val="FA7B17"/>
          </p15:clr>
        </p15:guide>
        <p15:guide id="4" pos="3860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Layout">
  <p:cSld name="One Column Layout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457195" y="4846508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0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365750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1" name="Google Shape;91;p10"/>
          <p:cNvSpPr txBox="1"/>
          <p:nvPr>
            <p:ph idx="2" type="body"/>
          </p:nvPr>
        </p:nvSpPr>
        <p:spPr>
          <a:xfrm>
            <a:off x="2459408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2" name="Google Shape;92;p10"/>
          <p:cNvSpPr txBox="1"/>
          <p:nvPr>
            <p:ph idx="3" type="body"/>
          </p:nvPr>
        </p:nvSpPr>
        <p:spPr>
          <a:xfrm>
            <a:off x="4673192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3" name="Google Shape;93;p10"/>
          <p:cNvSpPr txBox="1"/>
          <p:nvPr>
            <p:ph idx="4" type="body"/>
          </p:nvPr>
        </p:nvSpPr>
        <p:spPr>
          <a:xfrm>
            <a:off x="6887000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4" name="Google Shape;94;p10"/>
          <p:cNvSpPr/>
          <p:nvPr/>
        </p:nvSpPr>
        <p:spPr>
          <a:xfrm>
            <a:off x="660640" y="4867093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96" name="Google Shape;96;p10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422">
          <p15:clr>
            <a:srgbClr val="FA7B17"/>
          </p15:clr>
        </p15:guide>
        <p15:guide id="2" pos="4211">
          <p15:clr>
            <a:srgbClr val="FA7B17"/>
          </p15:clr>
        </p15:guide>
        <p15:guide id="3" pos="1549">
          <p15:clr>
            <a:srgbClr val="FA7B17"/>
          </p15:clr>
        </p15:guide>
        <p15:guide id="4" pos="2816">
          <p15:clr>
            <a:srgbClr val="FA7B17"/>
          </p15:clr>
        </p15:guide>
        <p15:guide id="5" pos="2944">
          <p15:clr>
            <a:srgbClr val="FA7B17"/>
          </p15:clr>
        </p15:guide>
        <p15:guide id="6" pos="4338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/>
          <p:nvPr/>
        </p:nvSpPr>
        <p:spPr>
          <a:xfrm>
            <a:off x="2291700" y="0"/>
            <a:ext cx="685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65750" y="274320"/>
            <a:ext cx="192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i="0" sz="2600" cap="none">
                <a:solidFill>
                  <a:schemeClr val="dk1"/>
                </a:solidFill>
              </a:defRPr>
            </a:lvl1pPr>
            <a:lvl2pPr indent="-342900" lvl="1" marL="9144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2pPr>
            <a:lvl3pPr indent="-342900" lvl="2" marL="1371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 sz="1800"/>
            </a:lvl3pPr>
            <a:lvl4pPr indent="-317500" lvl="3" marL="18288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4pPr>
            <a:lvl5pPr indent="-317500" lvl="4" marL="22860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5pPr>
            <a:lvl6pPr indent="-317500" lvl="5" marL="27432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6pPr>
            <a:lvl7pPr indent="-317500" lvl="6" marL="32004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7pPr>
            <a:lvl8pPr indent="-317500" lvl="7" marL="3657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8pPr>
            <a:lvl9pPr indent="-317500" lvl="8" marL="41148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•"/>
              <a:defRPr b="1"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/>
          <p:nvPr>
            <p:ph idx="2" type="body"/>
          </p:nvPr>
        </p:nvSpPr>
        <p:spPr>
          <a:xfrm>
            <a:off x="2961200" y="914400"/>
            <a:ext cx="5725500" cy="37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4" name="Google Shape;104;p11"/>
          <p:cNvSpPr/>
          <p:nvPr/>
        </p:nvSpPr>
        <p:spPr>
          <a:xfrm>
            <a:off x="6369225" y="228600"/>
            <a:ext cx="1322446" cy="1414662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2295101" y="2767075"/>
            <a:ext cx="2772174" cy="2372082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1"/>
          <p:cNvPicPr preferRelativeResize="0"/>
          <p:nvPr/>
        </p:nvPicPr>
        <p:blipFill rotWithShape="1">
          <a:blip r:embed="rId2">
            <a:alphaModFix/>
          </a:blip>
          <a:srcRect b="0" l="16763" r="0" t="0"/>
          <a:stretch/>
        </p:blipFill>
        <p:spPr>
          <a:xfrm rot="10800000">
            <a:off x="7338076" y="640000"/>
            <a:ext cx="1805925" cy="23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ue Left Bar">
  <p:cSld name="Agenda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 flipH="1">
            <a:off x="-775" y="0"/>
            <a:ext cx="2743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365750" y="274320"/>
            <a:ext cx="237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b="1" i="0" sz="2600" cap="none">
                <a:solidFill>
                  <a:srgbClr val="FFFFFF"/>
                </a:solidFill>
              </a:defRPr>
            </a:lvl1pPr>
            <a:lvl2pPr indent="-342900" lvl="1" marL="91440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>
                <a:solidFill>
                  <a:srgbClr val="FFFFFF"/>
                </a:solidFill>
              </a:defRPr>
            </a:lvl2pPr>
            <a:lvl3pPr indent="-342900" lvl="2" marL="1371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 sz="1800"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1" name="Google Shape;111;p12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FFFFFF"/>
                </a:solidFill>
              </a:rPr>
              <a:t>2026</a:t>
            </a:r>
            <a:r>
              <a:rPr b="0" i="0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 txBox="1"/>
          <p:nvPr>
            <p:ph idx="2" type="body"/>
          </p:nvPr>
        </p:nvSpPr>
        <p:spPr>
          <a:xfrm>
            <a:off x="365750" y="1291650"/>
            <a:ext cx="2210400" cy="256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5" name="Google Shape;115;p1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ayout">
  <p:cSld name="Split Layou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6024563" y="257175"/>
            <a:ext cx="1488103" cy="159186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574381" y="2416970"/>
            <a:ext cx="3186406" cy="2726531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7184151" y="634350"/>
            <a:ext cx="1959849" cy="2806348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6491288" y="2753536"/>
            <a:ext cx="1576390" cy="168630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4588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365750" y="634350"/>
            <a:ext cx="3827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indent="-342900" lvl="2" marL="13716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indent="-342900" lvl="3" marL="18288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indent="-342900" lvl="4" marL="22860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indent="-342900" lvl="5" marL="2743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indent="-342900" lvl="6" marL="3200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indent="-342900" lvl="7" marL="36576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indent="-342900" lvl="8" marL="411480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type="title"/>
          </p:nvPr>
        </p:nvSpPr>
        <p:spPr>
          <a:xfrm>
            <a:off x="365755" y="274320"/>
            <a:ext cx="3978900" cy="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3"/>
          <p:cNvPicPr preferRelativeResize="0"/>
          <p:nvPr/>
        </p:nvPicPr>
        <p:blipFill rotWithShape="1">
          <a:blip r:embed="rId2">
            <a:alphaModFix/>
          </a:blip>
          <a:srcRect b="9584" l="13584" r="0" t="0"/>
          <a:stretch/>
        </p:blipFill>
        <p:spPr>
          <a:xfrm>
            <a:off x="4572000" y="3214250"/>
            <a:ext cx="1693648" cy="1929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/>
          <p:nvPr/>
        </p:nvSpPr>
        <p:spPr>
          <a:xfrm>
            <a:off x="8067676" y="228601"/>
            <a:ext cx="1077917" cy="1543491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 txBox="1"/>
          <p:nvPr>
            <p:ph idx="2" type="body"/>
          </p:nvPr>
        </p:nvSpPr>
        <p:spPr>
          <a:xfrm>
            <a:off x="4937760" y="1280150"/>
            <a:ext cx="35664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3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Data Cloud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1">
  <p:cSld name="Data Cloud_1_1">
    <p:bg>
      <p:bgPr>
        <a:solidFill>
          <a:schemeClr val="accen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38" name="Google Shape;138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5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42" name="Google Shape;142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5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5"/>
            <p:cNvPicPr preferRelativeResize="0"/>
            <p:nvPr/>
          </p:nvPicPr>
          <p:blipFill rotWithShape="1">
            <a:blip r:embed="rId4">
              <a:alphaModFix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5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 txBox="1"/>
          <p:nvPr>
            <p:ph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2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 txBox="1"/>
          <p:nvPr>
            <p:ph idx="3" type="title"/>
          </p:nvPr>
        </p:nvSpPr>
        <p:spPr>
          <a:xfrm>
            <a:off x="366600" y="1188725"/>
            <a:ext cx="7410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i="0" sz="4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Data Cloud_1_1_3_2">
    <p:bg>
      <p:bgPr>
        <a:solidFill>
          <a:schemeClr val="accen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6"/>
          <p:cNvGrpSpPr/>
          <p:nvPr/>
        </p:nvGrpSpPr>
        <p:grpSpPr>
          <a:xfrm>
            <a:off x="-2" y="2914850"/>
            <a:ext cx="9143627" cy="2228425"/>
            <a:chOff x="-834856" y="2711517"/>
            <a:chExt cx="9978858" cy="2431981"/>
          </a:xfrm>
        </p:grpSpPr>
        <p:pic>
          <p:nvPicPr>
            <p:cNvPr id="152" name="Google Shape;152;p16"/>
            <p:cNvPicPr preferRelativeResize="0"/>
            <p:nvPr/>
          </p:nvPicPr>
          <p:blipFill rotWithShape="1">
            <a:blip r:embed="rId2">
              <a:alphaModFix amt="85000"/>
            </a:blip>
            <a:srcRect b="30782" l="45992" r="0" t="24707"/>
            <a:stretch/>
          </p:blipFill>
          <p:spPr>
            <a:xfrm>
              <a:off x="-834856" y="2711517"/>
              <a:ext cx="3540541" cy="243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6"/>
            <p:cNvPicPr preferRelativeResize="0"/>
            <p:nvPr/>
          </p:nvPicPr>
          <p:blipFill rotWithShape="1">
            <a:blip r:embed="rId3">
              <a:alphaModFix amt="85000"/>
            </a:blip>
            <a:srcRect b="30786" l="0" r="1931" t="25271"/>
            <a:stretch/>
          </p:blipFill>
          <p:spPr>
            <a:xfrm>
              <a:off x="2715550" y="2742300"/>
              <a:ext cx="6428452" cy="24011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6600" y="1188725"/>
            <a:ext cx="74034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8" name="Google Shape;158;p16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3">
  <p:cSld name="Data Cloud_1_1_3_1">
    <p:bg>
      <p:bgPr>
        <a:solidFill>
          <a:schemeClr val="accen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7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161" name="Google Shape;161;p17"/>
            <p:cNvPicPr preferRelativeResize="0"/>
            <p:nvPr/>
          </p:nvPicPr>
          <p:blipFill rotWithShape="1">
            <a:blip r:embed="rId2">
              <a:alphaModFix/>
            </a:blip>
            <a:srcRect b="10228" l="37919" r="0" t="24705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7"/>
            <p:cNvPicPr preferRelativeResize="0"/>
            <p:nvPr/>
          </p:nvPicPr>
          <p:blipFill rotWithShape="1">
            <a:blip r:embed="rId3">
              <a:alphaModFix/>
            </a:blip>
            <a:srcRect b="9950" l="0" r="59873" t="2527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17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 txBox="1"/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65" name="Google Shape;165;p17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17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17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4">
  <p:cSld name="Data Cloud_1_1_2">
    <p:bg>
      <p:bgPr>
        <a:solidFill>
          <a:schemeClr val="accen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/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71" name="Google Shape;171;p18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18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p18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/ Customer Logo">
  <p:cSld name="Data Cloud_1_1_1">
    <p:bg>
      <p:bgPr>
        <a:solidFill>
          <a:schemeClr val="accen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6" name="Google Shape;176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9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9" name="Google Shape;179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9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1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 txBox="1"/>
          <p:nvPr>
            <p:ph type="title"/>
          </p:nvPr>
        </p:nvSpPr>
        <p:spPr>
          <a:xfrm>
            <a:off x="366600" y="1188725"/>
            <a:ext cx="5730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4" name="Google Shape;184;p19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19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19"/>
          <p:cNvSpPr/>
          <p:nvPr/>
        </p:nvSpPr>
        <p:spPr>
          <a:xfrm>
            <a:off x="6097525" y="0"/>
            <a:ext cx="3046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1 (No Graphics)">
  <p:cSld name="Quote - Violet_1_1">
    <p:bg>
      <p:bgPr>
        <a:solidFill>
          <a:schemeClr val="dk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20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2">
  <p:cSld name="Quote - Violet_1_1_2_1">
    <p:bg>
      <p:bgPr>
        <a:solidFill>
          <a:schemeClr val="dk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2">
            <a:alphaModFix amt="27000"/>
          </a:blip>
          <a:srcRect b="0" l="21476" r="0" t="0"/>
          <a:stretch/>
        </p:blipFill>
        <p:spPr>
          <a:xfrm flipH="1">
            <a:off x="7048002" y="1780300"/>
            <a:ext cx="2095998" cy="290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20792" r="0" t="10992"/>
          <a:stretch/>
        </p:blipFill>
        <p:spPr>
          <a:xfrm>
            <a:off x="0" y="0"/>
            <a:ext cx="1320175" cy="161522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3">
  <p:cSld name="Quote - Violet_1_1_2_1_1">
    <p:bg>
      <p:bgPr>
        <a:solidFill>
          <a:schemeClr val="dk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22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200" name="Google Shape;200;p22"/>
            <p:cNvPicPr preferRelativeResize="0"/>
            <p:nvPr/>
          </p:nvPicPr>
          <p:blipFill>
            <a:blip r:embed="rId2">
              <a:alphaModFix amt="72000"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2"/>
            <p:cNvPicPr preferRelativeResize="0"/>
            <p:nvPr/>
          </p:nvPicPr>
          <p:blipFill rotWithShape="1">
            <a:blip r:embed="rId3">
              <a:alphaModFix amt="72000"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2"/>
            <p:cNvPicPr preferRelativeResize="0"/>
            <p:nvPr/>
          </p:nvPicPr>
          <p:blipFill rotWithShape="1">
            <a:blip r:embed="rId4">
              <a:alphaModFix amt="72000"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" name="Google Shape;203;p22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4">
  <p:cSld name="Quote - Violet_1_1_2_1_1_1">
    <p:bg>
      <p:bgPr>
        <a:solidFill>
          <a:schemeClr val="dk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23"/>
          <p:cNvGrpSpPr/>
          <p:nvPr/>
        </p:nvGrpSpPr>
        <p:grpSpPr>
          <a:xfrm>
            <a:off x="4" y="1803975"/>
            <a:ext cx="9143996" cy="3339526"/>
            <a:chOff x="4" y="1803975"/>
            <a:chExt cx="9143996" cy="3339526"/>
          </a:xfrm>
        </p:grpSpPr>
        <p:pic>
          <p:nvPicPr>
            <p:cNvPr id="210" name="Google Shape;210;p23"/>
            <p:cNvPicPr preferRelativeResize="0"/>
            <p:nvPr/>
          </p:nvPicPr>
          <p:blipFill rotWithShape="1">
            <a:blip r:embed="rId2">
              <a:alphaModFix amt="57000"/>
            </a:blip>
            <a:srcRect b="34253" l="32605" r="0" t="0"/>
            <a:stretch/>
          </p:blipFill>
          <p:spPr>
            <a:xfrm flipH="1">
              <a:off x="5036874" y="1804050"/>
              <a:ext cx="4107126" cy="333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3"/>
            <p:cNvPicPr preferRelativeResize="0"/>
            <p:nvPr/>
          </p:nvPicPr>
          <p:blipFill rotWithShape="1">
            <a:blip r:embed="rId3">
              <a:alphaModFix amt="57000"/>
            </a:blip>
            <a:srcRect b="34258" l="0" r="17498" t="0"/>
            <a:stretch/>
          </p:blipFill>
          <p:spPr>
            <a:xfrm flipH="1">
              <a:off x="4" y="1803975"/>
              <a:ext cx="5027748" cy="3339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5">
  <p:cSld name="Quote - Violet_1_1_2_1_1_1_1">
    <p:bg>
      <p:bgPr>
        <a:solidFill>
          <a:schemeClr val="dk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24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217" name="Google Shape;217;p24"/>
            <p:cNvPicPr preferRelativeResize="0"/>
            <p:nvPr/>
          </p:nvPicPr>
          <p:blipFill rotWithShape="1">
            <a:blip r:embed="rId2">
              <a:alphaModFix amt="58000"/>
            </a:blip>
            <a:srcRect b="10228" l="37919" r="0" t="24705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4"/>
            <p:cNvPicPr preferRelativeResize="0"/>
            <p:nvPr/>
          </p:nvPicPr>
          <p:blipFill rotWithShape="1">
            <a:blip r:embed="rId3">
              <a:alphaModFix amt="58000"/>
            </a:blip>
            <a:srcRect b="9950" l="0" r="59873" t="2527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24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">
  <p:cSld name="Quote - Violet_1_1_1">
    <p:bg>
      <p:bgPr>
        <a:solidFill>
          <a:schemeClr val="dk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 cap="none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2" name="Google Shape;222;p25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5" name="Google Shape;225;p25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26" name="Google Shape;226;p25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5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25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White">
  <p:cSld name="Quote - Violet_1_1_1_3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b="1" sz="4200" cap="none">
                <a:solidFill>
                  <a:schemeClr val="dk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31" name="Google Shape;231;p26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32" name="Google Shape;232;p26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6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b="1" sz="1600"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 b="1"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35" name="Google Shape;235;p2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 w/ Photo">
  <p:cSld name="Quote - Violet_1_1_1_2">
    <p:bg>
      <p:bgPr>
        <a:solidFill>
          <a:schemeClr val="dk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idx="1" type="body"/>
          </p:nvPr>
        </p:nvSpPr>
        <p:spPr>
          <a:xfrm>
            <a:off x="365750" y="1331975"/>
            <a:ext cx="60765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 cap="none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p27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3" name="Google Shape;243;p27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44" name="Google Shape;244;p27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27"/>
          <p:cNvSpPr txBox="1"/>
          <p:nvPr>
            <p:ph idx="2" type="subTitle"/>
          </p:nvPr>
        </p:nvSpPr>
        <p:spPr>
          <a:xfrm>
            <a:off x="3017525" y="3999997"/>
            <a:ext cx="4206300" cy="68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/>
          <p:nvPr/>
        </p:nvSpPr>
        <p:spPr>
          <a:xfrm>
            <a:off x="0" y="1120200"/>
            <a:ext cx="9144000" cy="402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 txBox="1"/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28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1">
  <p:cSld name="Thank You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2">
  <p:cSld name="Thank You_1">
    <p:bg>
      <p:bgPr>
        <a:solidFill>
          <a:schemeClr val="accen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0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30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" name="Google Shape;262;p30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263" name="Google Shape;263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30"/>
            <p:cNvPicPr preferRelativeResize="0"/>
            <p:nvPr/>
          </p:nvPicPr>
          <p:blipFill rotWithShape="1">
            <a:blip r:embed="rId3">
              <a:alphaModFix/>
            </a:blip>
            <a:srcRect b="139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0"/>
            <p:cNvPicPr preferRelativeResize="0"/>
            <p:nvPr/>
          </p:nvPicPr>
          <p:blipFill rotWithShape="1">
            <a:blip r:embed="rId4">
              <a:alphaModFix/>
            </a:blip>
            <a:srcRect b="139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i="0" sz="26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b="1"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5750" y="1280150"/>
            <a:ext cx="83202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i="0" sz="1800" u="none" cap="none" strike="noStrike">
                <a:solidFill>
                  <a:srgbClr val="5B5B5B"/>
                </a:solidFill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i="0" sz="1800" u="none" cap="none" strike="noStrike">
                <a:solidFill>
                  <a:srgbClr val="5B5B5B"/>
                </a:solidFill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837300" y="-655600"/>
            <a:ext cx="53067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8C8C8"/>
                </a:solidFill>
              </a:rPr>
              <a:t>SNOWFLAKE GSLIDES THEME </a:t>
            </a:r>
            <a:r>
              <a:rPr lang="en" sz="800">
                <a:solidFill>
                  <a:srgbClr val="C8C8C8"/>
                </a:solidFill>
              </a:rPr>
              <a:t>2026.01</a:t>
            </a:r>
            <a:endParaRPr sz="800">
              <a:solidFill>
                <a:srgbClr val="C8C8C8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Snowflake Cortex Agents + AWS Bedrock AgentCore via MCP Protocol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RETAILIQ WORKSHOP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828800" cy="640080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900" b="1">
                <a:solidFill>
                  <a:srgbClr val="262626"/>
                </a:solidFill>
                <a:latin typeface="Arial"/>
              </a:defRPr>
            </a:pPr>
            <a:r>
              <a:t>EC2</a:t>
            </a:r>
            <a:br/>
            <a:r>
              <a:t>INSTANCE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94560"/>
            <a:ext cx="1828800" cy="502920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800" b="0">
                <a:solidFill>
                  <a:srgbClr val="262626"/>
                </a:solidFill>
                <a:latin typeface="Arial"/>
              </a:defRPr>
            </a:pPr>
            <a:r>
              <a:t>STRANDS</a:t>
            </a:r>
            <a:br/>
            <a:r>
              <a:t>AGENT SDK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017520"/>
            <a:ext cx="1828800" cy="640080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BEDROCK</a:t>
            </a:r>
            <a:br/>
            <a:r>
              <a:t>CLAUDE 4.6</a:t>
            </a:r>
          </a:p>
        </p:txBody>
      </p:sp>
      <p:sp>
        <p:nvSpPr>
          <p:cNvPr id="7" name="Chevron 6"/>
          <p:cNvSpPr/>
          <p:nvPr/>
        </p:nvSpPr>
        <p:spPr>
          <a:xfrm>
            <a:off x="2743200" y="2011680"/>
            <a:ext cx="1463040" cy="731520"/>
          </a:xfrm>
          <a:prstGeom prst="chevron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MCP</a:t>
            </a:r>
            <a:br/>
            <a:r>
              <a:t>PROTOCOL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645920"/>
            <a:ext cx="2011680" cy="64008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MCP SERVER</a:t>
            </a:r>
            <a:br/>
            <a:r>
              <a:t>(MANAGED)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560320"/>
            <a:ext cx="2011680" cy="64008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CORTEX</a:t>
            </a:r>
            <a:br/>
            <a:r>
              <a:t>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371600"/>
            <a:ext cx="1463040" cy="59436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800" b="1">
                <a:solidFill>
                  <a:srgbClr val="262626"/>
                </a:solidFill>
                <a:latin typeface="Arial"/>
              </a:defRPr>
            </a:pPr>
            <a:r>
              <a:t>CORTEX</a:t>
            </a:r>
            <a:br/>
            <a:r>
              <a:t>ANALYST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194560"/>
            <a:ext cx="1463040" cy="59436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800" b="1">
                <a:solidFill>
                  <a:srgbClr val="262626"/>
                </a:solidFill>
                <a:latin typeface="Arial"/>
              </a:defRPr>
            </a:pPr>
            <a:r>
              <a:t>CORTEX</a:t>
            </a:r>
            <a:br/>
            <a:r>
              <a:t>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017520"/>
            <a:ext cx="1463040" cy="5943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800" b="0">
                <a:solidFill>
                  <a:srgbClr val="262626"/>
                </a:solidFill>
                <a:latin typeface="Arial"/>
              </a:defRPr>
            </a:pPr>
            <a:r>
              <a:t>SEMANTIC</a:t>
            </a:r>
            <a:br/>
            <a:r>
              <a:t>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749039"/>
            <a:ext cx="1463040" cy="5943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800" b="0">
                <a:solidFill>
                  <a:srgbClr val="262626"/>
                </a:solidFill>
                <a:latin typeface="Arial"/>
              </a:defRPr>
            </a:pPr>
            <a:r>
              <a:t>TABLES +</a:t>
            </a:r>
            <a:br/>
            <a:r>
              <a:t>SEARCH SVC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18288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800" b="0">
                <a:solidFill>
                  <a:srgbClr val="5B5B5B"/>
                </a:solidFill>
                <a:latin typeface="Arial"/>
              </a:defRPr>
            </a:pPr>
            <a:r>
              <a:t>AWS (eu-central-1)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4023360"/>
            <a:ext cx="384048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800" b="0">
                <a:solidFill>
                  <a:srgbClr val="5B5B5B"/>
                </a:solidFill>
                <a:latin typeface="Arial"/>
              </a:defRPr>
            </a:pPr>
            <a:r>
              <a:t>SNOWFLAKE (eu-central-1)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94560" y="1691640"/>
            <a:ext cx="548640" cy="594360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206240" y="1965960"/>
            <a:ext cx="548640" cy="411480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766560" y="1664208"/>
            <a:ext cx="365760" cy="1216152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766560" y="2487168"/>
            <a:ext cx="365760" cy="393192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nowflake 2026.01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29B5E8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